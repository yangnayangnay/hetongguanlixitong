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合同管理系统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终期答辩汇报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基于Spring Boot + Oracle的B/S架构合同全生命周期管理平台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企业合同管理流程复杂，涉及起草、会签、定稿、审批、签订等多个环节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传统纸质管理效率低、易出错、难以追溯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需要信息化手段实现合同全生命周期管理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实现合同从起草到签订的全流程电子化管理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支持多角色协同办公（起草人/会签人/审批人/签订人）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提供AI智能辅助、电子签名、邮件通知等创新功能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确保合同数据安全，支持权限控制和操作日志审计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需求完成度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需求文档共定义14项功能需求（A级7项/B级4项/C级3项），全部100%实现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A级必须需求（7项）：注册、登录、起草合同、会签合同、定稿合同、审批合同、签订合同、分配合同、权限管理 — 全部实现并增强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B级重要需求（4项）：合同信息查询、合同流程查询、合同信息管理、客户信息管理 — 全部实现并增强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C级期望需求（3项）：日志管理 — 已实现（含IP地址记录、操作详情）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需求实现对照 — 需求文档功能全覆盖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548640"/>
                <a:gridCol w="822960"/>
                <a:gridCol w="5029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需求ID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需求名称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分级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实现状态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增强说明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注册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已实现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注册需管理员审核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登录/登出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已实现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退出登录跳转登录页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3.4.1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起草合同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模板加载+AI智能起草+自动填入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3.4.2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会签合同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铃铛实时提醒+邮件通知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3.4.3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定稿合同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会签意见汇总+版本保存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3.4.4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审批合同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否决回退+邮件通知操作人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3.4.5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签订合同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手写电子签名+签名写入PDF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3.5.1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合同信息查询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模糊搜索+时间筛选+操作人显示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3.5.2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合同流程查询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各环节操作人+状态+意见展示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3.6.1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合同信息管理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已实现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起草新增+定稿修改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3.6.2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客户信息管理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已实现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新增/查询/修改/删除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3.7.1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分配合同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防重复分配+邮件通知被分配人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3.7.2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权限管理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已实现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RBAC模型+用户/角色/权限管理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3.7.3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日志管理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已增强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含IP地址记录+操作详情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后端框架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Spring Boot 2.7.18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Spring JDBC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Java 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05840"/>
            <a:ext cx="54864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Oracle 26ai Free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12张业务表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12个序列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0584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Thymeleaf模板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Bootstrap 4.6.2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原生JavaScript + AJAX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AI集成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Ollama本地大模型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qwen2:7b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数据不出本机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292608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邮件服务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JavaMail SSL加密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SMTP加密传输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自动重试机制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926080"/>
            <a:ext cx="54864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4290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iText PDF生成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CLOB/BLOB大文件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分块断点续传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 — 合同全生命周期管理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2560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14300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起草合同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模板加载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智能填入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附件上传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64208" y="2286000"/>
            <a:ext cx="137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01368" y="1005840"/>
            <a:ext cx="54864" cy="2560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2221992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221992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92808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分配任务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92808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指定人员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邮件通知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防重复提交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9816" y="2286000"/>
            <a:ext cx="137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1005840"/>
            <a:ext cx="54864" cy="2560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114300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28416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会签审核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28416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多人会签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意见汇总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铃铛提醒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35424" y="2286000"/>
            <a:ext cx="137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005840"/>
            <a:ext cx="54864" cy="2560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5093208" y="11430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09320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64024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定稿确认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内容修改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版本保存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通知审批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71032" y="2286000"/>
            <a:ext cx="137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1005840"/>
            <a:ext cx="54864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28816" y="11430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99632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审批决策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通过/否决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否决回退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流程追踪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2286000"/>
            <a:ext cx="137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1005840"/>
            <a:ext cx="129844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43800" y="1005840"/>
            <a:ext cx="54864" cy="2560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Shape 38"/>
          <p:cNvSpPr/>
          <p:nvPr/>
        </p:nvSpPr>
        <p:spPr>
          <a:xfrm>
            <a:off x="7964424" y="11430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7964424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35240" y="16916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签订归档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240" y="2057400"/>
            <a:ext cx="1115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手写签名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合同PDF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到期提醒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状态流转：起草(1) → 会签完成(2) → 定稿完成(3) → 审批完成(4) → 签订完成(5)  |  审批否决时回退到会签完成(2)，需重新定稿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783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4114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AI智能辅助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基于Ollama本地大模型（qwen2:7b），合同数据不出本机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智能起草：输入关键词自动生成合同内容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合同审查：AI分析合同条款，给出修改建议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兼顾智能化与数据安全，无需联网即可使用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43000"/>
            <a:ext cx="41148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全流程邮件通知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分配/会签/定稿/审批/签订各环节自动发送邮件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邮件明确标注任务类型（会签/审批/签订等）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审批否决时自动通知起草人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SSL加密传输 + 自动重试机制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108960"/>
            <a:ext cx="4114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手写电子签名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Canvas手写签名板，仅允许手写（禁止导入图片）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签名自动写入合同PDF标记位置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签名只在签订环节使用，起草页面不出现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支持配置是否预放签名占位符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71800"/>
            <a:ext cx="54864" cy="1783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3108960"/>
            <a:ext cx="41148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1089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合同到期提醒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352044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30/15/7/1天多级到期提醒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定时检查待办任务并发送邮件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确保合同不遗漏、不超期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与邮件通知系统联动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更多创新功能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合同模板加载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一键加载合同模板，自动填入已有信息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智能推算合同编号（按日期+序号规则）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自动填入客户、起止日期等字段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模板+AI起草双模式，灵活选择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27832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27832" y="1005840"/>
            <a:ext cx="54864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看板可视化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4992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合同状态看板：起草/会签/定稿/审批/签订/完成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统计图表：各状态合同数量一目了然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AJAX异步加载，页面秒开无白屏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所有操作均有loading提示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9904" y="1005840"/>
            <a:ext cx="54864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铃铛待办提醒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27064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导航栏铃铛实时显示待办任务数量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5秒轮询刷新，操作后立即通知父窗口更新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待办分类展示：待会签/待审批/待签订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一键跳转对应操作页面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合同版本控制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定稿修改时自动保存历史版本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记录修改人、修改时间、变更摘要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支持版本对比和回溯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与合同生命周期紧密集成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2971800"/>
            <a:ext cx="54864" cy="1783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PDF导出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64992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iText生成合同PDF文件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签名图片自动嵌入PDF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支持合同内容+附件打包导出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CLOB/BLOB大文件分块处理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9904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2971800"/>
            <a:ext cx="54864" cy="1783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Oracle数据库升级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需求文档要求MySQL，实际升级为Oracle 26ai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CLOB/BLOB大字段正确处理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Oracle特有SQL语法适配（序列、DUAL等）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批量查询优化（ROW_NUMBER窗口函数）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安全与权限体系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RBAC权限模型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用户 → 角色 → 功能权限 三级模型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12项功能权限(F01-F12)精细控制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用户注册需管理员审核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菜单按权限动态显示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合同详情按权限控制可见性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三级用户：管理员/合同操作员/新用户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安全保障措施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操作日志完整记录（含IP地址）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合同版本历史自动保存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SSL加密邮件传输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AI数据不出本机（Ollama本地部署）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分配任务防重复提交（前后端双重校验）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结束时间必填校验，防止无效合同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4846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表名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关键字段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t_contract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合同表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num, name, customer, content, file_data(BLOB)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t_contract_process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流程操作表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conNum, type(1-3), state(0-2), userName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t_contract_state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状态变更表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conNum, type(1-5),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t_user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用户表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name, password, email, 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t_role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角色表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name, functions(F01-F12)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t_right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权限关联表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userName, roleName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t_customer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客户表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num, name, address, tel, bank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t_contract_attachment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附件表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conNum, fileName, file_data(BLOB)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t_contract_version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版本表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contract_num, version_no, content(CLOB)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t_log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日志表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userName, content(CLOB), ip_address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t_settings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设置表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key_name, key_value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迭代优化与问题修复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铃铛通知实时刷新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所有操作页面完成后立即通知父窗口刷新待办数量，不再依赖60秒轮询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智能起草优化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模板加载+自动填入，速度从分钟级提升至秒级；保留AI起草作为备选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电子签名设置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签名只在签订时使用，仅允许手写（禁止导入图片），签名自动写入PDF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防重复分配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后端增加幂等性校验，同一合同无论点击多少次只分配一次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查询功能增强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合同查询支持起止时间+模糊搜索（名称+编号），流程查询显示各环节操作人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1752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流程逻辑严谨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各操作页面按合同当前状态严格过滤，确保流程顺序正确不可跳跃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页面加载优化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所有页面改为AJAX异步加载，先渲染框架再加载数据，消除白屏卡顿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02336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CLOB/BLOB修复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Oracle大字段写入修复，签名图片等大数据正确存储和读取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系统功能展示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783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起草合同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模板加载、智能填入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起止日期、附件上传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AI智能起草（可选）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27832" y="1005840"/>
            <a:ext cx="54864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会签/审批/签订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4992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多角色协同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意见填写、状态流转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铃铛实时提醒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9904" y="1005840"/>
            <a:ext cx="54864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109728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待办任务中心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27064" y="146304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待办分类展示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一键跳转操作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5秒实时刷新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4864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流程看板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合同状态可视化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进度一目了然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统计图表展示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297180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查询统计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64992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多维度筛选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合同/流程双查询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操作人详情展示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2971800"/>
            <a:ext cx="267919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2971800"/>
            <a:ext cx="54864" cy="1783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227064" y="3063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342900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邮件/AI/签名配置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主题切换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参数灵活调整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合同全生命周期管理（起草→分配→会签→定稿→审批→签订）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需求文档14项功能100%实现，其中9项在需求基础上增强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10项创新功能：AI辅助、邮件通知、电子签名、到期提醒等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引入更强大的AI模型提升智能化水平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支持电子签章CA认证，满足法律效力要求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移动端适配，支持手机端审批签订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合同管理系统终期答辩</dc:title>
  <dc:subject>PptxGenJS Presentation</dc:subject>
  <dc:creator>合同管理系统团队</dc:creator>
  <cp:lastModifiedBy>合同管理系统团队</cp:lastModifiedBy>
  <cp:revision>1</cp:revision>
  <dcterms:created xsi:type="dcterms:W3CDTF">2026-06-17T18:10:09Z</dcterms:created>
  <dcterms:modified xsi:type="dcterms:W3CDTF">2026-06-17T18:10:09Z</dcterms:modified>
</cp:coreProperties>
</file>